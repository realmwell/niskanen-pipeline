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Niskanen Center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Research-to-Content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PS Solutions Architect Take-Home (v4)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Realmwell  |  March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LangSmith platform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deployment on AWS/EKS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development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with LangGraph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model, KPIs, and competitive positioning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feedback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log and feature requests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LangSmith platform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deployment on AWS for InnovateCorp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AWS?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reference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490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publishes a Helm chart tested on EKS. Other clouds require custom adaptation.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InnovateCorp already runs EKS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04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existing cluster reduces provisioning overhead and training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managed 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(Postgres), ElastiCache (Redis), S3 for blob storage. All externalized from LangSmith.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availability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233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license can be procured through AWS Marketplace with consolidated billing.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LangSmith platform components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2801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SPA, user-facing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vCPU, 512Mi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API, auth,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vCPU, 4Gi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Ingestion,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vCPU, 4Gi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task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vCPU, 2Gi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Playground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vCPU, 2Gi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Automations, evals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vCPU, 2Gi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services are stateless. Horizontal Pod Autoscaler handles load spikes.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externalization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14+, automated backups, point-in-time recovery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5+, caching and session store, cluster mode for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(i3en)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analytics for traces, NVMe storage for write throughput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Attachments, exports, Intelligent Tiering for cost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097280" cy="411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2313432"/>
            <a:ext cx="45720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73736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737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1005840" cy="41148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011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2514600"/>
            <a:ext cx="1005840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514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313432"/>
            <a:ext cx="36576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097280"/>
            <a:ext cx="23774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(private subnet)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4630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9202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920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3774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28346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2918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749040"/>
            <a:ext cx="201168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BE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313432"/>
            <a:ext cx="36576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097280"/>
            <a:ext cx="21945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097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1508760"/>
            <a:ext cx="18288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15087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508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(Postgres)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22860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(Redis)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3063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3063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(ClickHouse)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3840480"/>
            <a:ext cx="18288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0" y="384048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(Blob)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and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for stateless services (CPU &gt; 70%)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replicas with IOPS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vertical scaling + read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cluster mode for Redis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 Tiering for blob costs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(IAM Roles for Service Accounts)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for credentials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rate limiting on ALB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everywhere (ACM certificates)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OIDC/SSO for user 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~$2,400/mo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$73 + RDS $380 + ElastiCache $260 + ClickHouse $530 + S3 $60 + ALB/misc $190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with LangGraph, Claude, and AWS Bedrock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Niskanen Center publishes policy research papers. Each paper needs to become a content package for different audiences and platforms.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output formats per paper: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(280 chars max)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(400-600 chars)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post (250-300 chars)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paragraph (120-150 words)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Congressional one-pager (5-7 bullets)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op-ed draft (700-900 words)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outlet recommendations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format has different tone, length, and audience requirements. Manual production takes hours per paper.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topology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4572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1508760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280160"/>
            <a:ext cx="1463040" cy="4572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508760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280160"/>
            <a:ext cx="1463040" cy="45720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737360"/>
            <a:ext cx="-182880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737360"/>
            <a:ext cx="182880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2103120"/>
            <a:ext cx="1463040" cy="457200"/>
          </a:xfrm>
          <a:prstGeom prst="rect">
            <a:avLst/>
          </a:prstGeom>
          <a:solidFill>
            <a:srgbClr val="5FA8D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Mapper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103120"/>
            <a:ext cx="1463040" cy="457200"/>
          </a:xfrm>
          <a:prstGeom prst="rect">
            <a:avLst/>
          </a:prstGeom>
          <a:solidFill>
            <a:srgbClr val="5FA8D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103120"/>
            <a:ext cx="1463040" cy="457200"/>
          </a:xfrm>
          <a:prstGeom prst="rect">
            <a:avLst/>
          </a:prstGeom>
          <a:solidFill>
            <a:srgbClr val="5FA8D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Agent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560320"/>
            <a:ext cx="1280160" cy="3657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560320"/>
            <a:ext cx="0" cy="3657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560320"/>
            <a:ext cx="-1280160" cy="36576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3017520"/>
            <a:ext cx="1463040" cy="45720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3840480"/>
            <a:ext cx="1463040" cy="4572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4069080"/>
            <a:ext cx="-13716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069080"/>
            <a:ext cx="1280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3840480"/>
            <a:ext cx="1463040" cy="4572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872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(JSON)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840480"/>
            <a:ext cx="1463040" cy="4572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200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(max 2x)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617720"/>
            <a:ext cx="228600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" y="4572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4617720"/>
            <a:ext cx="228600" cy="13716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0" y="4617720"/>
            <a:ext cx="2286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3977640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4617720"/>
            <a:ext cx="22860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562356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agents, not a single prompt?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per task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Checker needs web search (Tavily). Style Agent needs vector retrieval (ChromaDB). A single prompt can't use both.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system 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fact-checker's instructions differ from a communications writer's. Mixing them in one prompt degrades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07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specialists run simultaneously after Research Analyst finishes. A single prompt would process them sequentially.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failure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85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Citation Checker's web search fails, the other agents still complete. Errors accumulate without blocking.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score each agent's output independently. When argument fidelity drops, you know it's the Content Writer, not the Research Analyst.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decisions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for extraction (fast, cheap), Sonnet for synthesis (complex multi-format generation)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models with .with_structured_output() on every agent. No free-text parsing.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with all-MiniLM-L6-v2. Real Niskanen articles, not abstract instructions.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accumulator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Annotated[list[str], operator.add] reducer. Parallel agents append errors without conflicts.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HAIKU_MODEL_ID and SONNET_MODEL_ID env vars. Switch models without code changes.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LangGraph's interrupt() pauses the graph at a checkpoint. The reviewer sees the full content package and chooses one of three actions: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2468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ready. Pipeline saves to JSON and ends.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920240"/>
            <a:ext cx="24688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goes back to Content Writer. Up to 2 revision rounds.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920240"/>
            <a:ext cx="2468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senior review. Pipeline ends without publishing.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checkpointer (MemorySaver for dev, PostgresSaver for production) preserves state across the interrupt. Resume with Command(resume={action, feedback}).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argument_fidelity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tweet preserve the paper's thesis without distortion?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fact_grounding_rate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fraction of verified claims appear in the content?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tone_calibration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one-pager jargon-free enough for congressional staff?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format_compliance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limits, word counts, bullet counts, Bottom line present?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dataset: 5 real Niskanen papers across immigration, fiscal policy, healthcare, and regulation domains.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LLM-as-judge evaluators use Haiku for cost efficiency. Two deterministic evaluators use regex and string matching.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LangSmith tracing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run is auto-traced. Two environment variables, zero instrumentation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 timeline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10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agents ran in parallel vs. sequentially, with exact timing.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token counts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 uses the most input tokens (full paper). Content Writer uses the most output tokens (7 formats).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inspection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82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any agent to see the exact system prompt, user message, and structured output.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67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Citation Checker fails on a Tavily search, you see the error in the trace alongside successful agents.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553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translate directly to cost. Roughly 2 cents per paper with Haiku.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model, KPIs, and competitive positioning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paper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200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~$0.02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paper (all agents)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Mapper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Checker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891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Tavily search: ~$0.01/paper (5-10 queries at free tier rate)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papers/month: roughly $2 in LLM costs. The human reviewer's time is the real expense.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impact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92024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via evaluators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scored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$200+ (staff 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 + review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LLM cost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LangGraph over alternatives?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for this 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topology, interrupt/resume, checkpointing, LangSmith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 docs could be clearer; Bedrock structured output can be flaky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multi-agent setup, role-based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built-in graph topology, limited checkpointing, no interrupt/resume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agents, group chat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agent conversations, not structured pipelines with fan-out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tool-use agents, hosted by 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graph topology, no human-in-the-loop interrupt, 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feedback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log highlights and feature requests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friction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version confusion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53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spec referenced versions that don't exist on PyPI (langchain&gt;=1.2.10). Had to look up real versions.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051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import deprecation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langchain-community.tools.tavily_search is deprecated. New package (langchain-tavily) not prominent in docs.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2057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failures on Bedrock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64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ChatBedrockConverse.with_structured_output() sometimes returns malformed JSON. No built-in retry.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69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 ID format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70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profile IDs (us. prefix) required but not documented in langchain-aws.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40690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friction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78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with data dependencies (biggest time sink)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describe fan-out but don't warn that parallel nodes can't read each other's state updates. Discovered the race condition at runtime.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0789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59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stream_mode='updates' yields non-dict events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events aren't dicts, which crashes dict unpacking. Not documented.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235915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393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Command(resume=...)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interrupt() return value and Command(resume=...) is buried in reference docs, not the tutorial.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639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requests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with_structured_output() should support max_retries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53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structured output failures are common. Built-in retry with backoff would save everyone the same workaround.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051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docs: add dependency warning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callout box saying 'nodes in the same super-step cannot see each other's state' would have saved me 45 minutes.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20574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tutorial: complete end-to-end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64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data flow from dataset -&gt; pipeline run -&gt; evaluator(run, example) with annotations on what each parameter contains.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Bedrock inference profile IDs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70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langchain-aws could add the 'us.' prefix automatically when it detects a raw Bedrock model ID.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40690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self-hosted on AWS: 6 stateless services, externalized storage, ~$2,400/mo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pipeline: 6 agents, fan-out parallelism, human-in-the-loop review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evaluators: 2 LLM-as-judge, 2 deterministic, scored on real Niskanen papers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roughly 2 cents per paper in LLM costs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log: ~3 hours total, biggest issues in fan-out docs and Bedrock model access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github.com/realmwell/niskanen-pipeline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PS Solutions Architect Take-Home</dc:title>
  <dc:subject>PptxGenJS Presentation</dc:subject>
  <dc:creator>Max Realmwell</dc:creator>
  <cp:lastModifiedBy>Max Realmwell</cp:lastModifiedBy>
  <cp:revision>1</cp:revision>
  <dcterms:created xsi:type="dcterms:W3CDTF">2026-03-09T20:44:34Z</dcterms:created>
  <dcterms:modified xsi:type="dcterms:W3CDTF">2026-03-09T20:44:34Z</dcterms:modified>
</cp:coreProperties>
</file>